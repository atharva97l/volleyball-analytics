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VNL 2024 Men Volleyball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performance analysis visualizations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VNL 2024 Men — Team Rankings</a:t>
            </a:r>
          </a:p>
        </p:txBody>
      </p:sp>
      <p:pic>
        <p:nvPicPr>
          <p:cNvPr id="3" name="Picture 2" descr="01_team_ranking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448"/>
            <a:ext cx="9128137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VNL 2024 Men — Team Points Breakdown</a:t>
            </a:r>
          </a:p>
        </p:txBody>
      </p:sp>
      <p:pic>
        <p:nvPicPr>
          <p:cNvPr id="3" name="Picture 2" descr="02_team_breakdown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0240"/>
            <a:ext cx="914400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Volume vs Efficiency</a:t>
            </a:r>
          </a:p>
        </p:txBody>
      </p:sp>
      <p:pic>
        <p:nvPicPr>
          <p:cNvPr id="3" name="Picture 2" descr="04_attack_scatter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40" y="1197864"/>
            <a:ext cx="7973319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Liberos Analysis</a:t>
            </a:r>
          </a:p>
        </p:txBody>
      </p:sp>
      <p:pic>
        <p:nvPicPr>
          <p:cNvPr id="3" name="Picture 2" descr="05_libero_ranking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3584"/>
            <a:ext cx="9144000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Middle Blockers Analysis</a:t>
            </a:r>
          </a:p>
        </p:txBody>
      </p:sp>
      <p:pic>
        <p:nvPicPr>
          <p:cNvPr id="3" name="Picture 2" descr="06_mb_ranking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6736"/>
            <a:ext cx="9144000" cy="52666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Servers — Ace Points</a:t>
            </a:r>
          </a:p>
        </p:txBody>
      </p:sp>
      <p:pic>
        <p:nvPicPr>
          <p:cNvPr id="3" name="Picture 2" descr="07_top_ser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880"/>
            <a:ext cx="9144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Roster Composition Heatmap</a:t>
            </a:r>
          </a:p>
        </p:txBody>
      </p:sp>
      <p:pic>
        <p:nvPicPr>
          <p:cNvPr id="3" name="Picture 2" descr="08_posi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29" y="1298448"/>
            <a:ext cx="7067940" cy="5559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20 Individual Scorers</a:t>
            </a:r>
          </a:p>
        </p:txBody>
      </p:sp>
      <p:pic>
        <p:nvPicPr>
          <p:cNvPr id="3" name="Picture 2" descr="09_top_scor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45" y="1289304"/>
            <a:ext cx="9154091" cy="51297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Setters Analysis</a:t>
            </a:r>
          </a:p>
        </p:txBody>
      </p:sp>
      <p:pic>
        <p:nvPicPr>
          <p:cNvPr id="3" name="Picture 2" descr="10_setter_ranking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480"/>
            <a:ext cx="9144000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This presentation summarizes VNL 2024 Men’s Volleyball analytics,</a:t>
            </a:r>
          </a:p>
          <a:p>
            <a:r>
              <a:rPr dirty="0"/>
              <a:t>including team performance, player efficiency, positional analysis,</a:t>
            </a:r>
          </a:p>
          <a:p>
            <a:r>
              <a:rPr dirty="0"/>
              <a:t>and scoring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74</Words>
  <Application>Microsoft Office PowerPoint</Application>
  <PresentationFormat>On-screen Show (4:3)</PresentationFormat>
  <Paragraphs>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VNL 2024 Men Volleyball Analytics Dashboard</vt:lpstr>
      <vt:lpstr>VNL 2024 Men — Team Rankings</vt:lpstr>
      <vt:lpstr>VNL 2024 Men — Team Points Breakdown</vt:lpstr>
      <vt:lpstr>Attack Volume vs Efficiency</vt:lpstr>
      <vt:lpstr>Best Liberos Analysis</vt:lpstr>
      <vt:lpstr>Best Middle Blockers Analysis</vt:lpstr>
      <vt:lpstr>Top Servers — Ace Points</vt:lpstr>
      <vt:lpstr>Roster Composition Heatmap</vt:lpstr>
      <vt:lpstr>Top 20 Individual Scorers</vt:lpstr>
      <vt:lpstr>Best Setters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Atharva</dc:creator>
  <cp:keywords/>
  <dc:description>generated using python-pptx</dc:description>
  <cp:lastModifiedBy>Atharva Kulkarni</cp:lastModifiedBy>
  <cp:revision>2</cp:revision>
  <dcterms:created xsi:type="dcterms:W3CDTF">2013-01-27T09:14:16Z</dcterms:created>
  <dcterms:modified xsi:type="dcterms:W3CDTF">2026-05-14T17:00:09Z</dcterms:modified>
  <cp:category/>
</cp:coreProperties>
</file>